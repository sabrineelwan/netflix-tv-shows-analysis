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latypi Medium"/>
      <p:regular r:id="rId17"/>
    </p:embeddedFont>
    <p:embeddedFont>
      <p:font typeface="Platypi Medium"/>
      <p:regular r:id="rId18"/>
    </p:embeddedFont>
    <p:embeddedFont>
      <p:font typeface="Platypi Medium"/>
      <p:regular r:id="rId19"/>
    </p:embeddedFont>
    <p:embeddedFont>
      <p:font typeface="Platypi Medium"/>
      <p:regular r:id="rId20"/>
    </p:embeddedFont>
    <p:embeddedFont>
      <p:font typeface="Source Serif 4"/>
      <p:regular r:id="rId21"/>
    </p:embeddedFont>
    <p:embeddedFont>
      <p:font typeface="Source Serif 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Netflix TV Shows Dataset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Uncovering strategic insights from 50 popular TV shows to guide content acquisition and production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Overview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7566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119908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Analyze Netflix TV shows using transactional data to uncover trends in content quality, audience targeting, and performance metrics.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7152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Attributes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3078510"/>
            <a:ext cx="5177582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Release year and era classification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 rating and audience classification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IMDb ratings and popularity scores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Netflix availability status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3975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466180"/>
            <a:ext cx="22727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50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4175447" y="21110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TV Shows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25119" y="2417564"/>
            <a:ext cx="22727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Curated list of highly rated and popular series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75053" y="1466180"/>
            <a:ext cx="22728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</a:t>
            </a:r>
            <a:endParaRPr lang="en-US" sz="3650" dirty="0"/>
          </a:p>
        </p:txBody>
      </p:sp>
      <p:sp>
        <p:nvSpPr>
          <p:cNvPr id="8" name="Text 5"/>
          <p:cNvSpPr/>
          <p:nvPr/>
        </p:nvSpPr>
        <p:spPr>
          <a:xfrm>
            <a:off x="6625456" y="21110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5053" y="2417564"/>
            <a:ext cx="2272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Release year, age rating, IMDb scores, availability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50048" y="3225552"/>
            <a:ext cx="22728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0</a:t>
            </a:r>
            <a:endParaRPr lang="en-US" sz="3650" dirty="0"/>
          </a:p>
        </p:txBody>
      </p:sp>
      <p:sp>
        <p:nvSpPr>
          <p:cNvPr id="11" name="Text 8"/>
          <p:cNvSpPr/>
          <p:nvPr/>
        </p:nvSpPr>
        <p:spPr>
          <a:xfrm>
            <a:off x="5400452" y="38704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150048" y="4176936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Clean dataset ready for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4582"/>
            <a:ext cx="44039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Preparation Process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51087"/>
            <a:ext cx="4075881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Loading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566392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Imported dataset using pandas for analysis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1087"/>
            <a:ext cx="4075881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13759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Initial Exploration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13759" y="2566392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Checked structure with df.info() and summary statistics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934965"/>
            <a:ext cx="4075881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7877" y="36437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Quality Check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37877" y="3950271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Verified no missing data in the dataset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34965"/>
            <a:ext cx="4075881" cy="5670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13759" y="3643759"/>
            <a:ext cx="18433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13759" y="3950271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Loaded cleaned data into PostgreSQL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7406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Feature Engineering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2714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 Rating Tier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634630"/>
            <a:ext cx="21884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Created tier classifications by mapping age ratings to standardized categories for easier analysis.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64201" y="22714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Release Era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64201" y="2634630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Binned release years into era categories to identify temporal trends in content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9745"/>
            <a:ext cx="470802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SQL Analysis: Key Findings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16249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215800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2274912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725043"/>
            <a:ext cx="1892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Netflix vs Non-Netflix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3031554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Compared total TV shows available versus not available on Netflix platform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2016249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3402360" y="215800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2274912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7250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Top Release Era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3031554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Ranked eras by average IMDb rating with total shows in each era category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2016249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6166842" y="215800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2274912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27250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Top 2 TV Shows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3031554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Identified highest-rated shows and their age rating tier classifications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9524"/>
            <a:ext cx="37325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Performance Insights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135112"/>
            <a:ext cx="4722763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7069" y="1135112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6" name="Text 3"/>
          <p:cNvSpPr/>
          <p:nvPr/>
        </p:nvSpPr>
        <p:spPr>
          <a:xfrm>
            <a:off x="714077" y="1295921"/>
            <a:ext cx="1883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 Tier Performance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1602432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Ranked age tiers by highest average IMDb rating to identify best-performing audience segments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2358628"/>
            <a:ext cx="4722763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7069" y="2358628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10" name="Text 7"/>
          <p:cNvSpPr/>
          <p:nvPr/>
        </p:nvSpPr>
        <p:spPr>
          <a:xfrm>
            <a:off x="714077" y="25194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Combined Analysis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14077" y="2825948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Analyzed age tier and era combinations with most Netflix available shows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582144"/>
            <a:ext cx="4722763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7069" y="3582144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14" name="Text 11"/>
          <p:cNvSpPr/>
          <p:nvPr/>
        </p:nvSpPr>
        <p:spPr>
          <a:xfrm>
            <a:off x="714077" y="3742953"/>
            <a:ext cx="19439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High-Performing Gaps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14077" y="4049464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Identified shows with IMDb &gt;8.5 not available on Netflix for acquisition opportunities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23924"/>
            <a:ext cx="24366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Power BI Dashboard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2243138"/>
            <a:ext cx="146171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Interactive Visualization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209452" y="2462361"/>
            <a:ext cx="2547342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comprehensive dashboard to present insights visually with interactive filters and drill-down capabilities.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09452" y="2917329"/>
            <a:ext cx="2547342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Enabled stakeholders to explore data from multiple dimensions including era, age tier, and rating performance.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9235" y="804267"/>
            <a:ext cx="3939927" cy="39399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371"/>
            <a:ext cx="488699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88778"/>
            <a:ext cx="4004965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97720"/>
            <a:ext cx="22914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License High-Rated Shows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04231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Acquire IMDb 8.5+ titles not currently on Netflix—proven hits waiting to be licensed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888778"/>
            <a:ext cx="4005039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1997720"/>
            <a:ext cx="183594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Focus on Modern Era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2842" y="2304231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Prioritize productions from modern era, which score highest in audience ratings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3336727"/>
            <a:ext cx="2029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Expand Family Content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64323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Develop more family-friendly shows—strong ratings drive household subscriptions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227784"/>
            <a:ext cx="4005039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336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Fill Content Gaps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643238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Address high-demand age group and era combinations currently underrepresented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57336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Strategic Next Steps</a:t>
            </a:r>
            <a:endParaRPr lang="en-US" sz="2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610" y="933376"/>
            <a:ext cx="321171" cy="3211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9610" y="1400026"/>
            <a:ext cx="17668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Personalize Marketing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49610" y="1670521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Tailor campaigns by audience tier—different age groups respond to different content strategies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610" y="2295227"/>
            <a:ext cx="321171" cy="3211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9610" y="2761878"/>
            <a:ext cx="218993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Enhance Recommendations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49610" y="3032373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 quality score combining IMDb ratings, era, and age tier to predict viewer preferences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610" y="3657079"/>
            <a:ext cx="321171" cy="3211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9610" y="4123730"/>
            <a:ext cx="175557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Optimize Content Mix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49610" y="4394225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Balanced portfolio of licensed hits and original productions targeting underserved segments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2026-05-11T06:16:32Z</dcterms:created>
  <dcterms:modified xsi:type="dcterms:W3CDTF">2026-05-11T06:16:32Z</dcterms:modified>
</cp:coreProperties>
</file>